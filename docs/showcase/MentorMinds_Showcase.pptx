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hyperlink" Target="file:///Users/arnobrizwan/Desktop/MentorMinds_Showcase/MentorMinds_Showcase.mp4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6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6949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MentorMinds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C9A7"/>
                </a:solidFill>
                <a:latin typeface="Calibri"/>
              </a:rPr>
              <a:t>Learn Smarter. Score Higher.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6766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AI-powered tutoring for O/A Level students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8C4E0"/>
                </a:solidFill>
                <a:latin typeface="Calibri"/>
              </a:rPr>
              <a:t>Cambridge (CAIE) &amp; Edexcel  ·  Bangladesh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4E0"/>
                </a:solidFill>
                <a:latin typeface="Calibri"/>
              </a:rPr>
              <a:t>Flutter · Firebase · MentorBot (Gemini)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822960"/>
            <a:ext cx="2788920" cy="5212080"/>
          </a:xfrm>
          <a:prstGeom prst="rect">
            <a:avLst/>
          </a:prstGeom>
          <a:solidFill>
            <a:srgbClr val="1A3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08" y="932688"/>
            <a:ext cx="2304288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3-Minute Showcase Video</a:t>
            </a:r>
          </a:p>
        </p:txBody>
      </p:sp>
      <p:pic>
        <p:nvPicPr>
          <p:cNvPr id="4" name="MentorMinds_Showcas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280160"/>
            <a:ext cx="283464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554480"/>
            <a:ext cx="7406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F2E"/>
                </a:solidFill>
                <a:latin typeface="Calibri"/>
              </a:rPr>
              <a:t>Watch the full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286000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8F"/>
                </a:solidFill>
                <a:latin typeface="Calibri"/>
                <a:hlinkClick r:id="rId5"/>
              </a:rPr>
              <a:t>▶  Open the demo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88036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file:///Users/arnobrizwan/Desktop/MentorMinds_Showcase/MentorMinds_Showcase.mp4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566160"/>
            <a:ext cx="7406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F2E"/>
                </a:solidFill>
                <a:latin typeface="Calibri"/>
              </a:rPr>
              <a:t>The recording tours the live app running on an Android emulator: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F2E"/>
                </a:solidFill>
                <a:latin typeface="Calibri"/>
              </a:rPr>
              <a:t>•  Secure email sign-in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F2E"/>
                </a:solidFill>
                <a:latin typeface="Calibri"/>
              </a:rPr>
              <a:t>•  Personalised dashboard — streak, points, subject progress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F2E"/>
                </a:solidFill>
                <a:latin typeface="Calibri"/>
              </a:rPr>
              <a:t>•  MentorBot AI tutor answering exam questions (Maths &amp; Biology)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F2E"/>
                </a:solidFill>
                <a:latin typeface="Calibri"/>
              </a:rPr>
              <a:t>•  Curriculum materials library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F2E"/>
                </a:solidFill>
                <a:latin typeface="Calibri"/>
              </a:rPr>
              <a:t>•  Rewards: badges &amp; class leaderboard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F2E"/>
                </a:solidFill>
                <a:latin typeface="Calibri"/>
              </a:rPr>
              <a:t>•  Student profile &amp; settings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Inside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2121408" cy="4297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44752"/>
            <a:ext cx="1916020" cy="4151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6072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alibri"/>
              </a:rP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7208" y="1371600"/>
            <a:ext cx="2121408" cy="4297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444752"/>
            <a:ext cx="1916020" cy="415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07208" y="576072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alibri"/>
              </a:rPr>
              <a:t>MentorBot AI Tutor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1496" y="1371600"/>
            <a:ext cx="2121408" cy="4297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teri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1444752"/>
            <a:ext cx="1916020" cy="415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11496" y="576072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alibri"/>
              </a:rPr>
              <a:t>Materials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5784" y="1371600"/>
            <a:ext cx="2121408" cy="4297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w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444752"/>
            <a:ext cx="1916020" cy="415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15784" y="576072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alibri"/>
              </a:rPr>
              <a:t>Rewards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0072" y="1371600"/>
            <a:ext cx="2121408" cy="4297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4" y="1444752"/>
            <a:ext cx="1916020" cy="41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20072" y="576072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alibri"/>
              </a:rP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6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How this demo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C9A7"/>
                </a:solidFill>
                <a:latin typeface="Calibri"/>
              </a:rPr>
              <a:t>Frontend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Flutter 3.41 / Dart · Riverpod · Material 3 — a single mobile codebase.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C9A7"/>
                </a:solidFill>
                <a:latin typeface="Calibri"/>
              </a:rPr>
              <a:t>Backend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Firebase Auth, Firestore, Storage &amp; Cloud Functions — run locally via the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Firebase Local Emulator Suite with seeded students, materials &amp; rewards.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C9A7"/>
                </a:solidFill>
                <a:latin typeface="Calibri"/>
              </a:rPr>
              <a:t>AI Tutor — MentorBot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Questions flow through the mentorBotChat Cloud Function (Gemini in prod).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Verified end-to-end on an Android emulator: sign-in → AI answer → rewards.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